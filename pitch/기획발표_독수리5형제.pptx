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안녕하십니까, 독수리5형제입니다. 저희는 굿닥 앱에 '말로 찾는 병원 선택 도우미'를 제안합니다.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밤에 아이가 아프면 지금 문 연 소아과를 찾기가 정말 어렵습니다. 야간 소아 진료기관은 전국 156곳뿐이고, 소아과는 문 닫는 곳이 새로 여는 곳보다 많습니다.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리뷰를 전부 모아 불만을 나눴습니다. 앱 오류나 배송은 AI가 풀 문제가 아니어서 뺐고, AI로 풀 수 있는 불만은 '병원을 못 찾는다'와 '정보가 틀리다'에 모여 있었습니다.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리뷰를 주제별로 묶어 보니 '병원 검색·정보'가 불만 주제 중 가장 컸습니다. 저희가 풀 곳이 바로 여기입니다.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지금은 사람이 지역, 진료과, 시간, 거리를 앱 여러 개를 오가며 직접 맞춥니다. 이 구간을 한 번에 줄이는 것이 목표입니다.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증상을 말해도 병명을 말하지 않고 진료과로만 안내합니다. 추천에는 항상 이유가 붙습니다.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음성은 화면 조작이 어려운 분들을 위해, 지도 연결은 이미 가장 많이 쓰는 앱이라서, 공공데이터는 민간 지도 API에 진료시간이 없어서 선택했습니다.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LLM은 사람 말을 조건으로 바꾸는 데 씁니다. 사실 정보는 전부 공공데이터에서 가져옵니다. AI는 말솜씨, 사실은 데이터입니다.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심평원 데이터만으로는 진료시간이 9%대였는데, 응급의료정보를 붙여 73.8%까지 올렸습니다. 나머지는 모른다고 표시합니다.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굿닥은 조건을 사람이 고르고, 네이버는 이름을 알아야 찾습니다. 저희는 말하면 되고, 이유를 보여줍니다.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지금 보시는 화면은 실제로 동작하는 시제품입니다. 발표 뒤 시연에서 직접 말로 찾아보겠습니다.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저희 서비스는 모르는 것을 모른다고 말합니다. 그래서 믿을 수 있습니다.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0F172A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BEAFE"/>
                </a:solidFill>
                <a:latin typeface="맑은 고딕"/>
              </a:rPr>
              <a:t>2026 K-Digital Training · AX 서비스 기획발표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493776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맑은 고딕"/>
              </a:rPr>
              <a:t>말하면,</a:t>
            </a:r>
          </a:p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맑은 고딕"/>
              </a:rPr>
              <a:t>갈 병원이 나온다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11880"/>
            <a:ext cx="49377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DBEAFE"/>
                </a:solidFill>
                <a:latin typeface="맑은 고딕"/>
              </a:rPr>
              <a:t>굿닥 AI 병원 선택 어시스턴트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4937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FFFFFF"/>
                </a:solidFill>
                <a:latin typeface="맑은 고딕"/>
              </a:rPr>
              <a:t>진단하지 않습니다. 병원 선택만 돕습니다.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577840"/>
            <a:ext cx="4937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팀 독수리5형제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DBEAFE"/>
                </a:solidFill>
                <a:latin typeface="맑은 고딕"/>
              </a:rPr>
              <a:t>이영훈 · 김강민 · 조성종 · 류제형 · 박찬균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문제 제기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저녁 7시, 아이가 열이 납니다. 지금 문 연 소아과는 어디일까요?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국립중앙의료원 E-Gen(2026.9) · 심평원 요양기관 개·폐업 현황(2025, 언론 재인용) · 국립중앙의료원 KTAS 통계(2020~23, 언론 재인용)</a:t>
            </a:r>
          </a:p>
        </p:txBody>
      </p:sp>
      <p:pic>
        <p:nvPicPr>
          <p:cNvPr id="10" name="Picture 9" descr="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5120640" cy="28818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4553712"/>
            <a:ext cx="5577840" cy="1417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박서연(가명) · 30대 맞벌이 · 미취학 자녀 2명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검색 앱 → 지도 앱 → 전화 확인을 오가며 조건 비교에만 15~20분 (리뷰 증언)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A580C"/>
                </a:solidFill>
                <a:latin typeface="맑은 고딕"/>
              </a:rPr>
              <a:t>아이를 안아 손이 바쁜 보호자, 화면 필터가 어려운 고령층 — 둘 다 '말'이 필요하다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1600200"/>
            <a:ext cx="4846320" cy="13258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0" y="1600200"/>
            <a:ext cx="64008" cy="1325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1737360"/>
            <a:ext cx="45262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63EB"/>
                </a:solidFill>
                <a:latin typeface="맑은 고딕"/>
              </a:rPr>
              <a:t>156곳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2468880"/>
            <a:ext cx="4526280" cy="4114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전국 달빛어린이병원 (야간·휴일 소아 진료)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063240"/>
            <a:ext cx="4846320" cy="13258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0" y="3063240"/>
            <a:ext cx="64008" cy="13258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3200400"/>
            <a:ext cx="45262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A580C"/>
                </a:solidFill>
                <a:latin typeface="맑은 고딕"/>
              </a:rPr>
              <a:t>폐업 89 &gt; 개업 59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3931920"/>
            <a:ext cx="4526280" cy="4114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2025년 소아청소년과 의원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526280"/>
            <a:ext cx="4846320" cy="13258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526280"/>
            <a:ext cx="64008" cy="1325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4663440"/>
            <a:ext cx="45262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63EB"/>
                </a:solidFill>
                <a:latin typeface="맑은 고딕"/>
              </a:rPr>
              <a:t>53.3%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394960"/>
            <a:ext cx="4526280" cy="4114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응급실 환자 중 경증 비율 (2020~23 평균)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고객의 목소리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굿닥 리뷰 4,311건을 모두 읽었습니다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4748B"/>
                </a:solidFill>
                <a:latin typeface="맑은 고딕"/>
              </a:rPr>
              <a:t>부정 리뷰(별 1~2점) 837건을 한 리뷰 = 한 항목으로 나눴습니다 (합계 100%)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Google Play 굿닥 앱 리뷰 4,311건 (2017-05~2026-08, google-play-scraper로 직접 수집)</a:t>
            </a:r>
          </a:p>
        </p:txBody>
      </p:sp>
      <p:pic>
        <p:nvPicPr>
          <p:cNvPr id="11" name="Picture 10" descr="chart_neg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6400800" cy="36764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315200" y="1965960"/>
            <a:ext cx="4297680" cy="388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103120"/>
            <a:ext cx="3931920" cy="3657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2563EB"/>
                </a:solidFill>
                <a:latin typeface="맑은 고딕"/>
              </a:rPr>
              <a:t>“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맑은 고딕"/>
              </a:rPr>
              <a:t>병원이 찾을 수 없는 점과 거리와 현재위치는 서울 중구에서 고정이 되서 병원이 항목에 없다는 걸 찾느라 시간을 소비했습니다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0F172A"/>
                </a:solidFill>
                <a:latin typeface="맑은 고딕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— 별 1점 · 공감 209 (실제 리뷰, 맞춤법 일부 교정)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F172A"/>
                </a:solidFill>
                <a:latin typeface="맑은 고딕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맑은 고딕"/>
              </a:rPr>
              <a:t>파란 막대 = AI로 풀 수 있는 불만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가장 큰 불만(앱 오류 21.4%)은 개발팀이 고칠 버그, 비대면 배송은 운영 문제. AI가 고객 경험을 바꿀 수 있는 곳은 '병원 찾기'다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데이터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AI가 풀 수 있는 불만 중 가장 큰 것, '병원 검색·정보'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4748B"/>
                </a:solidFill>
                <a:latin typeface="맑은 고딕"/>
              </a:rPr>
              <a:t>LDA 토픽 분석 (리뷰 3,194건 → 주제 6개) · 가장 큰 토픽 1 '예약'은 시스템 안정성 문제라 범위 밖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굿닥 앱 리뷰 LDA 토픽 모델링 (scikit-learn, 형태소 분석 kiwipiepy) · 팀 자체 분석</a:t>
            </a:r>
          </a:p>
        </p:txBody>
      </p:sp>
      <p:pic>
        <p:nvPicPr>
          <p:cNvPr id="11" name="Picture 10" descr="lda_topic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6949440" cy="287152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955279" y="1920240"/>
            <a:ext cx="3657600" cy="17373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79" y="1920240"/>
            <a:ext cx="64008" cy="17373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2057400"/>
            <a:ext cx="33375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63EB"/>
                </a:solidFill>
                <a:latin typeface="맑은 고딕"/>
              </a:rPr>
              <a:t>588건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2788920"/>
            <a:ext cx="3337560" cy="822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토픽 4 '병원 검색·정보'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전체의 18.4% · 평균 별점 3.92점 (만족과 불만이 갈림)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3886200"/>
            <a:ext cx="36576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실제로 나온 불만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· 지역을 설정해도 뒤로 가면 초기화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· '진료중'을 눌러도 먼 병원이 나옴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· 지도 앱은 진료과로 못 찾음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고객 여정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조건 4개를 사람이 직접 맞추느라 시간이 샙니다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DCX 워크시트 고객 액션 맵 (LDA 토픽 6개 기반) · 리뷰 증언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03120"/>
            <a:ext cx="1600200" cy="11887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94560"/>
            <a:ext cx="16002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</a:rPr>
              <a:t>증상 발생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아이가 아프다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04288" y="2423160"/>
            <a:ext cx="274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64748B"/>
                </a:solidFill>
                <a:latin typeface="맑은 고딕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42032" y="2103120"/>
            <a:ext cx="1600200" cy="118872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42032" y="2194560"/>
            <a:ext cx="16002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563EB"/>
                </a:solidFill>
                <a:latin typeface="맑은 고딕"/>
              </a:rPr>
              <a:t>병원 찾기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지역·진료과 선택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423160"/>
            <a:ext cx="274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64748B"/>
                </a:solidFill>
                <a:latin typeface="맑은 고딕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2544" y="2103120"/>
            <a:ext cx="1600200" cy="118872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2544" y="2194560"/>
            <a:ext cx="16002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563EB"/>
                </a:solidFill>
                <a:latin typeface="맑은 고딕"/>
              </a:rPr>
              <a:t>비교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진료시간·거리 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25312" y="2423160"/>
            <a:ext cx="274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64748B"/>
                </a:solidFill>
                <a:latin typeface="맑은 고딕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6" y="2103120"/>
            <a:ext cx="1600200" cy="118872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63056" y="2194560"/>
            <a:ext cx="16002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563EB"/>
                </a:solidFill>
                <a:latin typeface="맑은 고딕"/>
              </a:rPr>
              <a:t>확인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전화로 문 열었는지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35824" y="2423160"/>
            <a:ext cx="274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64748B"/>
                </a:solidFill>
                <a:latin typeface="맑은 고딕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2103120"/>
            <a:ext cx="1600200" cy="11887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73568" y="2194560"/>
            <a:ext cx="16002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</a:rPr>
              <a:t>이동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길찾기 앱 따로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46336" y="2423160"/>
            <a:ext cx="274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64748B"/>
                </a:solidFill>
                <a:latin typeface="맑은 고딕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84080" y="2103120"/>
            <a:ext cx="1600200" cy="11887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0" y="2194560"/>
            <a:ext cx="16002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</a:rPr>
              <a:t>진료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2542032" y="3429000"/>
            <a:ext cx="5404104" cy="5486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42032" y="3520440"/>
            <a:ext cx="54041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EA580C"/>
                </a:solidFill>
                <a:latin typeface="맑은 고딕"/>
              </a:rPr>
              <a:t>핫스팟 : 앱 → 지도 → 전화를 오가며 15~20분 (리뷰 증언)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206240"/>
            <a:ext cx="10652760" cy="16002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4343400"/>
            <a:ext cx="10149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563EB"/>
                </a:solidFill>
                <a:latin typeface="맑은 고딕"/>
              </a:rPr>
              <a:t>고객이 원하는 것 (Desire)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172A"/>
                </a:solidFill>
                <a:latin typeface="맑은 고딕"/>
              </a:rPr>
              <a:t>말 한마디로 '지금 문 연 · 가까운 · 맞는 진료과' 병원을 찾고, 왜 그 병원인지 근거와 길찾기까지 한 번에 받고 싶다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우리의 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진단하지 않습니다. 병원 선택만 돕습니다.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37360"/>
            <a:ext cx="10698480" cy="10058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83080"/>
            <a:ext cx="1024128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F172A"/>
                </a:solidFill>
                <a:latin typeface="맑은 고딕"/>
              </a:rPr>
              <a:t>“비염인데 일요일에 하고 주차되는 가까운 병원”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17520"/>
            <a:ext cx="2514600" cy="91440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044952"/>
            <a:ext cx="251460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맑은 고딕"/>
              </a:rPr>
              <a:t>진료과</a:t>
            </a:r>
          </a:p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  <a:latin typeface="맑은 고딕"/>
              </a:rPr>
              <a:t>이비인후과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6432" y="3017520"/>
            <a:ext cx="2514600" cy="91440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6432" y="3044952"/>
            <a:ext cx="251460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맑은 고딕"/>
              </a:rPr>
              <a:t>요일</a:t>
            </a:r>
          </a:p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  <a:latin typeface="맑은 고딕"/>
              </a:rPr>
              <a:t>일요일 진료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3017520"/>
            <a:ext cx="2514600" cy="91440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3044952"/>
            <a:ext cx="251460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맑은 고딕"/>
              </a:rPr>
              <a:t>주차</a:t>
            </a:r>
          </a:p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  <a:latin typeface="맑은 고딕"/>
              </a:rPr>
              <a:t>가능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06256" y="3017520"/>
            <a:ext cx="2514600" cy="91440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06256" y="3044952"/>
            <a:ext cx="251460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맑은 고딕"/>
              </a:rPr>
              <a:t>거리</a:t>
            </a:r>
          </a:p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  <a:latin typeface="맑은 고딕"/>
              </a:rPr>
              <a:t>가까운 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069080"/>
            <a:ext cx="10698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4748B"/>
                </a:solidFill>
                <a:latin typeface="맑은 고딕"/>
              </a:rPr>
              <a:t>한 문장에서 조건 4개를 동시에 뽑아 → 공공데이터로 거른 뒤 → 3곳을 이유와 함께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572000"/>
            <a:ext cx="10698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645152"/>
            <a:ext cx="1024128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맑은 고딕"/>
              </a:rPr>
              <a:t>추천 예시 형식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0F172A"/>
                </a:solidFill>
                <a:latin typeface="맑은 고딕"/>
              </a:rPr>
              <a:t>① ○○이비인후과 — 0.42km · 이비인후과 진료 · 전문의 2명 · 주차 20대 · 평가 2.5등급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맑은 고딕"/>
              </a:rPr>
              <a:t>공공데이터에 없는 값(이용자 별점 등)은 지어내지 않고 '미확인'으로 표시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왜 이 설계인가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음성 · 지도 · 공공데이터, 셋 다 이유가 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과기정통부·NIA 2024 디지털정보격차 실태조사 · 행정안전부 주민등록인구(2024.12) · 엠브레인 패널빅데이터(2024.9) · 네이버 지역검색 API 응답 항목(팀 확인)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691640"/>
            <a:ext cx="3429000" cy="35661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82880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563EB"/>
                </a:solidFill>
                <a:latin typeface="맑은 고딕"/>
              </a:rPr>
              <a:t>음성으로 묻기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33172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F172A"/>
                </a:solidFill>
                <a:latin typeface="맑은 고딕"/>
              </a:rPr>
              <a:t>56.2%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29184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172A"/>
                </a:solidFill>
                <a:latin typeface="맑은 고딕"/>
              </a:rPr>
              <a:t>고령층 디지털 역량 (일반국민 100 기준)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114800"/>
            <a:ext cx="301752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맑은 고딕"/>
              </a:rPr>
              <a:t>65세 이상 인구 20% 돌파 — 화면 필터보다 말이 쉽다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61688" y="1691640"/>
            <a:ext cx="3429000" cy="35661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0288" y="182880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563EB"/>
                </a:solidFill>
                <a:latin typeface="맑은 고딕"/>
              </a:rPr>
              <a:t>네이버 지도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33172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F172A"/>
                </a:solidFill>
                <a:latin typeface="맑은 고딕"/>
              </a:rPr>
              <a:t>68.3%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329184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172A"/>
                </a:solidFill>
                <a:latin typeface="맑은 고딕"/>
              </a:rPr>
              <a:t>지도 앱 이용률 1위 (네이버지도)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114800"/>
            <a:ext cx="301752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맑은 고딕"/>
              </a:rPr>
              <a:t>이미 쓰는 앱으로 바로 넘겨 길찾기 부담을 없앤다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1856" y="1691640"/>
            <a:ext cx="3429000" cy="35661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0456" y="182880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563EB"/>
                </a:solidFill>
                <a:latin typeface="맑은 고딕"/>
              </a:rPr>
              <a:t>공공데이터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233172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F172A"/>
                </a:solidFill>
                <a:latin typeface="맑은 고딕"/>
              </a:rPr>
              <a:t>없음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0456" y="329184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172A"/>
                </a:solidFill>
                <a:latin typeface="맑은 고딕"/>
              </a:rPr>
              <a:t>네이버·카카오 검색 API의 영업시간 항목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0456" y="4114800"/>
            <a:ext cx="301752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맑은 고딕"/>
              </a:rPr>
              <a:t>진료시간은 심평원·응급의료정보에만 있다 → 따라오기 어려운 강점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작동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말 → 조건 → 공공데이터 → 이유 있는 추천 → 길찾기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goodoc-ax 저장소 (src/chains, src/search, src/api) · 자동 시험 172건 통과 (2026-09-28)</a:t>
            </a:r>
          </a:p>
        </p:txBody>
      </p:sp>
      <p:pic>
        <p:nvPicPr>
          <p:cNvPr id="10" name="Picture 9" descr="solution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4572000" cy="270271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852160" y="1600200"/>
            <a:ext cx="55778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1645920"/>
            <a:ext cx="5303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563EB"/>
                </a:solidFill>
                <a:latin typeface="맑은 고딕"/>
              </a:rPr>
              <a:t>1  음성 입력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브라우저 내장 음성인식 · 추가 비용·서버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2487168"/>
            <a:ext cx="55778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2532887"/>
            <a:ext cx="5303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563EB"/>
                </a:solidFill>
                <a:latin typeface="맑은 고딕"/>
              </a:rPr>
              <a:t>2  조건 추출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규칙(사전·정규식) + LangChain 이중화 → 14개 항목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3374135"/>
            <a:ext cx="55778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3419855"/>
            <a:ext cx="5303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563EB"/>
                </a:solidFill>
                <a:latin typeface="맑은 고딕"/>
              </a:rPr>
              <a:t>3  검색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심평원 병원정보 + 국립중앙의료원 응급의료정보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4261103"/>
            <a:ext cx="55778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0" y="4306823"/>
            <a:ext cx="5303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563EB"/>
                </a:solidFill>
                <a:latin typeface="맑은 고딕"/>
              </a:rPr>
              <a:t>4  추천 이유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거리·진료시간·전문의·주차·평가등급을 근거로 3곳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2160" y="5148071"/>
            <a:ext cx="55778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5193791"/>
            <a:ext cx="5303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563EB"/>
                </a:solidFill>
                <a:latin typeface="맑은 고딕"/>
              </a:rPr>
              <a:t>5  길찾기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네이버 지도 길찾기 화면으로 바로 연결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526280"/>
            <a:ext cx="484632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A580C"/>
                </a:solidFill>
                <a:latin typeface="맑은 고딕"/>
              </a:rPr>
              <a:t>LLM은 '말 → 조건' 번역만 한다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72A"/>
                </a:solidFill>
                <a:latin typeface="맑은 고딕"/>
              </a:rPr>
              <a:t>병원 이름·진료시간은 LLM이 만들지 않고 전부 공공데이터 조회 결과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LLM이 실패하면 규칙 기반으로 자동 전환 (공개 시연판은 규칙 기반)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정렬 : 기본 거리순 · '평가 좋은' → 평가순 · '큰 병원' → 규모순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전국 병원을 직접 모았고, 없는 값은 없다고 말합니다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건강보험심사평가원 Open API · 전국 병의원 및 약국 현황(2026.6.) · 국립중앙의료원 응급의료정보 (팀 직접 수집·집계, 2026-09-28 재확인)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645920"/>
            <a:ext cx="3474720" cy="1828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645920"/>
            <a:ext cx="64008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783080"/>
            <a:ext cx="3154679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63EB"/>
                </a:solidFill>
                <a:latin typeface="맑은 고딕"/>
              </a:rPr>
              <a:t>79,819곳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14600"/>
            <a:ext cx="3154679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전국 병원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심평원 병원정보서비스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645920"/>
            <a:ext cx="3474720" cy="1828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645920"/>
            <a:ext cx="64008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783080"/>
            <a:ext cx="3154679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63EB"/>
                </a:solidFill>
                <a:latin typeface="맑은 고딕"/>
              </a:rPr>
              <a:t>25,757곳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514600"/>
            <a:ext cx="3154679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전국 약국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야간·심야 약국 찾기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79" y="1645920"/>
            <a:ext cx="3474720" cy="1828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79" y="1645920"/>
            <a:ext cx="64008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1783080"/>
            <a:ext cx="3154679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63EB"/>
                </a:solidFill>
                <a:latin typeface="맑은 고딕"/>
              </a:rPr>
              <a:t>58,909곳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514600"/>
            <a:ext cx="3154679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진료시간 확보 (73.8%)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심평원 단독 7,297곳 → 응급의료정보로 보강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703320"/>
            <a:ext cx="10698480" cy="1828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840480"/>
            <a:ext cx="1024128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563EB"/>
                </a:solidFill>
                <a:latin typeface="맑은 고딕"/>
              </a:rPr>
              <a:t>데이터를 다루는 원칙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· 응급실 병상은 저장하지 않고 조회하는 순간 실시간으로 받아옵니다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· 진료시간이 등록되지 않은 26.2%는 추측하지 않고 '미확인'으로 표시합니다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· 기관번호를 API 결과와 파일자료로 대조해 99.3% 일치를 확인했습니다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· 광주는 '전남광주통합특별시'(코드 360000)로 관리돼, 17개 시도코드를 전수 검증했습니다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차별점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고르는 검색에서, 말하는 검색으로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굿닥 병원 상세 페이지 직접 확인(2026-09-09) · 네이버 지역검색 API 응답 확인(2026-09-15)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1600200"/>
          <a:ext cx="1069848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2651760"/>
                <a:gridCol w="3291840"/>
              </a:tblGrid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굿닥 (현재)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네이버 지도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우리 서비스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검색 방식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조건을 직접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지명·상호 검색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말 한 문장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여러 조건 동시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필터를 여러 번 탭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어려움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한 문장에 조건 4개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증상 입력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불가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불가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진료과 힌트로 변환 (병명 없음)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진료시간 조건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정확도 불만 다수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일부 제공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공공데이터 기반 필터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추천 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추천 이유 항상 표시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없는 정보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'미확인'으로 명시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길찾기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지도 그림·주소만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지원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네이버 지도로 바로 연결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응급실 병상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실시간 조회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시제품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지금 바로 휴대폰으로 써볼 수 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시연 화면 lee020304.github.io/goodoc-demo · 화면 캡처는 실제 동작 화면</a:t>
            </a:r>
          </a:p>
        </p:txBody>
      </p:sp>
      <p:pic>
        <p:nvPicPr>
          <p:cNvPr id="10" name="Picture 9" descr="service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4361417" cy="4297680"/>
          </a:xfrm>
          <a:prstGeom prst="rect">
            <a:avLst/>
          </a:prstGeom>
        </p:spPr>
      </p:pic>
      <p:pic>
        <p:nvPicPr>
          <p:cNvPr id="11" name="Picture 10" descr="service_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1600200"/>
            <a:ext cx="4361417" cy="4297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4080" y="1645920"/>
            <a:ext cx="192024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563EB"/>
                </a:solidFill>
                <a:latin typeface="맑은 고딕"/>
              </a:rPr>
              <a:t>해볼 말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광주 남구 이비인후과</a:t>
            </a:r>
          </a:p>
          <a:p>
            <a:pPr algn="l">
              <a:lnSpc>
                <a:spcPct val="115000"/>
              </a:lnSpc>
            </a:pPr>
            <a:r>
              <a:rPr sz="600" b="0">
                <a:solidFill>
                  <a:srgbClr val="0F172A"/>
                </a:solidFill>
                <a:latin typeface="맑은 고딕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감기 걸린 것 같아</a:t>
            </a:r>
          </a:p>
          <a:p>
            <a:pPr algn="l">
              <a:lnSpc>
                <a:spcPct val="115000"/>
              </a:lnSpc>
            </a:pPr>
            <a:r>
              <a:rPr sz="600" b="0">
                <a:solidFill>
                  <a:srgbClr val="0F172A"/>
                </a:solidFill>
                <a:latin typeface="맑은 고딕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지금 문 연 병원</a:t>
            </a:r>
          </a:p>
          <a:p>
            <a:pPr algn="l">
              <a:lnSpc>
                <a:spcPct val="115000"/>
              </a:lnSpc>
            </a:pPr>
            <a:r>
              <a:rPr sz="600" b="0">
                <a:solidFill>
                  <a:srgbClr val="0F172A"/>
                </a:solidFill>
                <a:latin typeface="맑은 고딕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주말에도 하는 소아과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맑은 고딕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2563EB"/>
                </a:solidFill>
                <a:latin typeface="맑은 고딕"/>
              </a:rPr>
              <a:t>구현 완료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음성 입력 · 조건 추출 · 전국 검색 · 추천 이유 · 약국 · 응급실 병상 · 길찾기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BEAFE"/>
                </a:solidFill>
                <a:latin typeface="맑은 고딕"/>
              </a:rPr>
              <a:t>기대효과 · 확장 · 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3429000" cy="2651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32588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DBEAFE"/>
                </a:solidFill>
                <a:latin typeface="맑은 고딕"/>
              </a:rPr>
              <a:t>기대효과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3017520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맑은 고딕"/>
              </a:rPr>
              <a:t>· 이용자 : 조건 4개를 1~2회 대화로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맑은 고딕"/>
              </a:rPr>
              <a:t>· 헛걸음 감소 : 진료시간을 공공데이터로 확인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맑은 고딕"/>
              </a:rPr>
              <a:t>· 굿닥 : 찾기 → 예약·접수로 바로 연결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맑은 고딕"/>
              </a:rPr>
              <a:t>· 굿닥 : '네이버가 더 편하다'는 이탈 방지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1188720"/>
            <a:ext cx="3429000" cy="2651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32588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DBEAFE"/>
                </a:solidFill>
                <a:latin typeface="맑은 고딕"/>
              </a:rPr>
              <a:t>확장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828800"/>
            <a:ext cx="3017520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맑은 고딕"/>
              </a:rPr>
              <a:t>· 약국·야간 약국 (구현)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맑은 고딕"/>
              </a:rPr>
              <a:t>· 비급여 진료비 비교 (API 신청 완료)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맑은 고딕"/>
              </a:rPr>
              <a:t>· 지자체·보건소 안내로 이식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91856" y="1188720"/>
            <a:ext cx="3429000" cy="2651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0456" y="132588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DBEAFE"/>
                </a:solidFill>
                <a:latin typeface="맑은 고딕"/>
              </a:rPr>
              <a:t>일정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1828800"/>
            <a:ext cx="3017520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맑은 고딕"/>
              </a:rPr>
              <a:t>· 9/30 기획발표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맑은 고딕"/>
              </a:rPr>
              <a:t>· 10월 1~2주 시연·테스트 보강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맑은 고딕"/>
              </a:rPr>
              <a:t>· 10/16 최종 발표 (시연 5분)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34340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맑은 고딕"/>
              </a:rPr>
              <a:t>지어내지 않는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120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>
                <a:solidFill>
                  <a:srgbClr val="DBEAFE"/>
                </a:solidFill>
                <a:latin typeface="맑은 고딕"/>
              </a:rPr>
              <a:t>AI는 말을 알아듣고, 사실은 공공데이터가 말합니다.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DBEAFE"/>
                </a:solidFill>
                <a:latin typeface="맑은 고딕"/>
              </a:rPr>
              <a:t>감사합니다 · 독수리5형제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