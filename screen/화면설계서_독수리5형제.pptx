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905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5695" cy="475488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1005840"/>
            <a:ext cx="38404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86868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과제명 (굿닥 앱 리뷰와 공공 의료데이터 기반의</a:t>
            </a:r>
          </a:p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            음성·대화형 AI 병원 선택 어시스턴트)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82296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</a:rPr>
              <a:t>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66928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2026. 09. 28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5440680"/>
            <a:ext cx="53035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팀명 : 독수리5형제</a:t>
            </a:r>
          </a:p>
          <a:p>
            <a:pPr algn="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팀원 : 이영훈, 김강민, 조성종, 류제형, 박찬균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9611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맑은 고딕"/>
              </a:rPr>
              <a:t>변경이력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024128"/>
            <a:ext cx="8899855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832104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960120"/>
                <a:gridCol w="420624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버전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작성일자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수정사항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작성자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검수자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2026.09.28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- 메뉴 구성 설계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이영훈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2026.09.28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- 플로우 차트 설계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이영훈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0.3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2026.09.28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- 화면 설계 (실제 서비스 화면 13종 캡처)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이영훈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9611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맑은 고딕"/>
              </a:rPr>
              <a:t>메뉴 구성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024128"/>
            <a:ext cx="8899855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001000" y="1188720"/>
            <a:ext cx="1371600" cy="2743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제품명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1000" y="1517904"/>
            <a:ext cx="1371600" cy="27432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메인메뉴 이름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1000" y="1847088"/>
            <a:ext cx="13716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서브메뉴 이름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1000" y="2176272"/>
            <a:ext cx="1371600" cy="384048"/>
          </a:xfrm>
          <a:prstGeom prst="rect">
            <a:avLst/>
          </a:prstGeom>
          <a:solidFill>
            <a:srgbClr val="E4F3FB"/>
          </a:solidFill>
          <a:ln w="19050">
            <a:solidFill>
              <a:srgbClr val="008C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서브메뉴 내</a:t>
            </a:r>
          </a:p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메뉴 이름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1880" y="2057400"/>
            <a:ext cx="1828800" cy="38404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병원찾기 · AI 병원 안내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26280" y="2441448"/>
            <a:ext cx="0" cy="210312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52144" y="2651760"/>
            <a:ext cx="7315199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52144" y="2651760"/>
            <a:ext cx="0" cy="22860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02920" y="2880360"/>
            <a:ext cx="1298448" cy="31089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메인화면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191256"/>
            <a:ext cx="0" cy="146304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02920" y="3337560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검색창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630168"/>
            <a:ext cx="0" cy="128015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2920" y="3758183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빠른 질문 태그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4050791"/>
            <a:ext cx="0" cy="128016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02920" y="4178807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진료과 바로가기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4471416"/>
            <a:ext cx="0" cy="128015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02920" y="4599431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내 주변 병원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2651760"/>
            <a:ext cx="0" cy="22860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965960" y="2880360"/>
            <a:ext cx="1298448" cy="31089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AI 병원 안내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615184" y="3191256"/>
            <a:ext cx="0" cy="146304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965960" y="3337560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음성 입력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615184" y="3630168"/>
            <a:ext cx="0" cy="128015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1965960" y="3758183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글자 입력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615184" y="4050791"/>
            <a:ext cx="0" cy="128016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965960" y="4178807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추천 결과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75688" y="4581144"/>
            <a:ext cx="1188719" cy="310896"/>
          </a:xfrm>
          <a:prstGeom prst="rect">
            <a:avLst/>
          </a:prstGeom>
          <a:solidFill>
            <a:srgbClr val="E4F3FB"/>
          </a:solidFill>
          <a:ln w="19050">
            <a:solidFill>
              <a:srgbClr val="008C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병원 보기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75688" y="4965192"/>
            <a:ext cx="1188719" cy="310896"/>
          </a:xfrm>
          <a:prstGeom prst="rect">
            <a:avLst/>
          </a:prstGeom>
          <a:solidFill>
            <a:srgbClr val="E4F3FB"/>
          </a:solidFill>
          <a:ln w="19050">
            <a:solidFill>
              <a:srgbClr val="008C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예약 안내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5349240"/>
            <a:ext cx="1188719" cy="310896"/>
          </a:xfrm>
          <a:prstGeom prst="rect">
            <a:avLst/>
          </a:prstGeom>
          <a:solidFill>
            <a:srgbClr val="E4F3FB"/>
          </a:solidFill>
          <a:ln w="19050">
            <a:solidFill>
              <a:srgbClr val="008C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길찾기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78224" y="2651760"/>
            <a:ext cx="0" cy="22860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429000" y="2880360"/>
            <a:ext cx="1298448" cy="31089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증상 안내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78224" y="3191256"/>
            <a:ext cx="0" cy="146304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3429000" y="3337560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증상 되묻기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078224" y="3630168"/>
            <a:ext cx="0" cy="128015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429000" y="3758183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진료과 안내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541264" y="2651760"/>
            <a:ext cx="0" cy="22860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892040" y="2880360"/>
            <a:ext cx="1298448" cy="31089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응급실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541264" y="3191256"/>
            <a:ext cx="0" cy="146304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4892040" y="3337560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실시간 병상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04303" y="2651760"/>
            <a:ext cx="0" cy="22860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6355079" y="2880360"/>
            <a:ext cx="1298448" cy="31089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약국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04303" y="3191256"/>
            <a:ext cx="0" cy="146304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6355079" y="3337560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지금 문 연 약국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467343" y="2651760"/>
            <a:ext cx="0" cy="22860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7818119" y="2880360"/>
            <a:ext cx="1298448" cy="31089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회원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467343" y="3191256"/>
            <a:ext cx="0" cy="146304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818119" y="3337560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로그인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467343" y="3630168"/>
            <a:ext cx="0" cy="128015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7818119" y="3758183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회원가입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467343" y="4050791"/>
            <a:ext cx="0" cy="128016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7818119" y="4178807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예약 문의 내역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355080"/>
            <a:ext cx="89611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95959"/>
                </a:solidFill>
                <a:latin typeface="맑은 고딕"/>
              </a:rPr>
              <a:t>※ 메뉴는 실제 서비스(2026-09-28)의 화면 구성을 그대로 옮긴 것이다.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9611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맑은 고딕"/>
              </a:rPr>
              <a:t>플로우 차트 표준 기호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024128"/>
            <a:ext cx="8899855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80160"/>
          <a:ext cx="8897111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74519"/>
                <a:gridCol w="4645152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기호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시작/끝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(Start/End)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Flow Chart의 시작과 끝을 표시한다.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처리 프로세스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(Process)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모든 처리 과정을 표시. 기호 내에 처리 내용을 기입한다.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ex) 고객이 입력한 검색어 결과를 표시한다.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화면(페이지) 구분하는 용도로도 사용한다.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판단/결정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(Decision)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조건에 따라 분기되는 Case를 표시한다.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입출력/데이터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(Input/Data)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모든 종류의 입력과 출력을 표시한다.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출력/문서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(Document)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액션 이후 표시되는 문구를 나타낼 때 많이 사용한다.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화살표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(Flow Arrow)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각 기호간의 연결관계를 나타낸다.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rminator 4"/>
          <p:cNvSpPr/>
          <p:nvPr/>
        </p:nvSpPr>
        <p:spPr>
          <a:xfrm>
            <a:off x="914400" y="1773936"/>
            <a:ext cx="1554480" cy="512064"/>
          </a:xfrm>
          <a:prstGeom prst="flowChartTerminator">
            <a:avLst/>
          </a:prstGeom>
          <a:solidFill>
            <a:srgbClr val="595959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시작/끝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05456"/>
            <a:ext cx="1554480" cy="512064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11111"/>
                </a:solidFill>
                <a:latin typeface="맑은 고딕"/>
              </a:rPr>
              <a:t>프로세스</a:t>
            </a:r>
          </a:p>
        </p:txBody>
      </p:sp>
      <p:sp>
        <p:nvSpPr>
          <p:cNvPr id="7" name="Diamond 6"/>
          <p:cNvSpPr/>
          <p:nvPr/>
        </p:nvSpPr>
        <p:spPr>
          <a:xfrm>
            <a:off x="914400" y="3236976"/>
            <a:ext cx="1554480" cy="512064"/>
          </a:xfrm>
          <a:prstGeom prst="diamond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11111"/>
                </a:solidFill>
                <a:latin typeface="맑은 고딕"/>
              </a:rPr>
              <a:t>판단</a:t>
            </a:r>
          </a:p>
        </p:txBody>
      </p:sp>
      <p:sp>
        <p:nvSpPr>
          <p:cNvPr id="8" name="Parallelogram 7"/>
          <p:cNvSpPr/>
          <p:nvPr/>
        </p:nvSpPr>
        <p:spPr>
          <a:xfrm>
            <a:off x="914400" y="3968496"/>
            <a:ext cx="1554480" cy="512064"/>
          </a:xfrm>
          <a:prstGeom prst="parallelogram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11111"/>
                </a:solidFill>
                <a:latin typeface="맑은 고딕"/>
              </a:rPr>
              <a:t>입력</a:t>
            </a:r>
          </a:p>
        </p:txBody>
      </p:sp>
      <p:sp>
        <p:nvSpPr>
          <p:cNvPr id="9" name="Document 8"/>
          <p:cNvSpPr/>
          <p:nvPr/>
        </p:nvSpPr>
        <p:spPr>
          <a:xfrm>
            <a:off x="914400" y="4700016"/>
            <a:ext cx="1554480" cy="512064"/>
          </a:xfrm>
          <a:prstGeom prst="flowChartDocumen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11111"/>
                </a:solidFill>
                <a:latin typeface="맑은 고딕"/>
              </a:rPr>
              <a:t>출력/문서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5687568"/>
            <a:ext cx="1554480" cy="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9611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맑은 고딕"/>
              </a:rPr>
              <a:t>플로우 차트 (병원 찾기 / 증상 안내 / 응급실·약국)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024128"/>
            <a:ext cx="8899855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rminator 3"/>
          <p:cNvSpPr/>
          <p:nvPr/>
        </p:nvSpPr>
        <p:spPr>
          <a:xfrm>
            <a:off x="7635240" y="1188720"/>
            <a:ext cx="822960" cy="274320"/>
          </a:xfrm>
          <a:prstGeom prst="flowChartTerminator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시작</a:t>
            </a:r>
          </a:p>
        </p:txBody>
      </p:sp>
      <p:sp>
        <p:nvSpPr>
          <p:cNvPr id="5" name="Terminator 4"/>
          <p:cNvSpPr/>
          <p:nvPr/>
        </p:nvSpPr>
        <p:spPr>
          <a:xfrm>
            <a:off x="8549640" y="1188720"/>
            <a:ext cx="822960" cy="274320"/>
          </a:xfrm>
          <a:prstGeom prst="flowChartTerminator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종료</a:t>
            </a:r>
          </a:p>
        </p:txBody>
      </p:sp>
      <p:sp>
        <p:nvSpPr>
          <p:cNvPr id="6" name="Terminator 5"/>
          <p:cNvSpPr/>
          <p:nvPr/>
        </p:nvSpPr>
        <p:spPr>
          <a:xfrm>
            <a:off x="3063239" y="1188720"/>
            <a:ext cx="1737360" cy="329184"/>
          </a:xfrm>
          <a:prstGeom prst="flowChartTerminator">
            <a:avLst/>
          </a:prstGeom>
          <a:solidFill>
            <a:srgbClr val="BFBFB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메인 화면 접속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31920" y="1517904"/>
            <a:ext cx="0" cy="173736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rallelogram 7"/>
          <p:cNvSpPr/>
          <p:nvPr/>
        </p:nvSpPr>
        <p:spPr>
          <a:xfrm>
            <a:off x="2971800" y="1691640"/>
            <a:ext cx="1920240" cy="365760"/>
          </a:xfrm>
          <a:prstGeom prst="parallelogram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음성 또는 글자로 질문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31920" y="2057400"/>
            <a:ext cx="0" cy="155448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063239" y="2212848"/>
            <a:ext cx="1737360" cy="347472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조건 추출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(지역·진료과·시간·주차 등)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31920" y="2560320"/>
            <a:ext cx="0" cy="13716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3063239" y="2697480"/>
            <a:ext cx="1737360" cy="5669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증상만</a:t>
            </a:r>
          </a:p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말했나?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00600" y="2980944"/>
            <a:ext cx="1600200" cy="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846320" y="2761488"/>
            <a:ext cx="365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95959"/>
                </a:solidFill>
                <a:latin typeface="맑은 고딕"/>
              </a:rPr>
              <a:t>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07208"/>
            <a:ext cx="1828800" cy="347472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증상 되묻기 → 진료과로 변환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(병명은 만들지 않음)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7315200" y="2386584"/>
            <a:ext cx="0" cy="420624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4800600" y="2386584"/>
            <a:ext cx="2514600" cy="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20440" y="329184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95959"/>
                </a:solidFill>
                <a:latin typeface="맑은 고딕"/>
              </a:rPr>
              <a:t>아니오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3264408"/>
            <a:ext cx="0" cy="164592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3063239" y="3429000"/>
            <a:ext cx="1737360" cy="5669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지역이</a:t>
            </a:r>
          </a:p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있나?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1417320" y="3712463"/>
            <a:ext cx="1645919" cy="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240280" y="3493008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95959"/>
                </a:solidFill>
                <a:latin typeface="맑은 고딕"/>
              </a:rPr>
              <a:t>아니오</a:t>
            </a:r>
          </a:p>
        </p:txBody>
      </p:sp>
      <p:sp>
        <p:nvSpPr>
          <p:cNvPr id="23" name="Parallelogram 22"/>
          <p:cNvSpPr/>
          <p:nvPr/>
        </p:nvSpPr>
        <p:spPr>
          <a:xfrm>
            <a:off x="411480" y="3529584"/>
            <a:ext cx="1463040" cy="365760"/>
          </a:xfrm>
          <a:prstGeom prst="parallelogram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지역 묻기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(동명 지역 되묻기)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1143000" y="1920240"/>
            <a:ext cx="0" cy="1609344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143000" y="1874519"/>
            <a:ext cx="1828800" cy="45721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977639" y="4005072"/>
            <a:ext cx="365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95959"/>
                </a:solidFill>
                <a:latin typeface="맑은 고딕"/>
              </a:rPr>
              <a:t>예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931920" y="3995928"/>
            <a:ext cx="0" cy="164592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iamond 27"/>
          <p:cNvSpPr/>
          <p:nvPr/>
        </p:nvSpPr>
        <p:spPr>
          <a:xfrm>
            <a:off x="3063239" y="4160520"/>
            <a:ext cx="1737360" cy="5669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무엇을</a:t>
            </a:r>
          </a:p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찾나?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63040" y="4443984"/>
            <a:ext cx="1600199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63040" y="4443984"/>
            <a:ext cx="0" cy="539496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931920" y="4727448"/>
            <a:ext cx="0" cy="256032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800600" y="4443984"/>
            <a:ext cx="1600200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400800" y="4443984"/>
            <a:ext cx="0" cy="539496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94360" y="4983480"/>
            <a:ext cx="173736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병원 검색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(심평원 병원·진료시간)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463040" y="5404104"/>
            <a:ext cx="0" cy="173736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063239" y="4983480"/>
            <a:ext cx="173736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응급실 실시간 병상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(국립중앙의료원)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5404104"/>
            <a:ext cx="0" cy="173736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5532120" y="4983480"/>
            <a:ext cx="173736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문 연 약국 검색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(심평원+응급의료정보)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0" y="5404104"/>
            <a:ext cx="0" cy="173736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Document 39"/>
          <p:cNvSpPr/>
          <p:nvPr/>
        </p:nvSpPr>
        <p:spPr>
          <a:xfrm>
            <a:off x="594360" y="5577840"/>
            <a:ext cx="6675120" cy="38404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결과 카드 출력 — 추천 이유(거리·진료시간·전문의·평가) 표시, 없는 값은 '미확인'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269480" y="5760720"/>
            <a:ext cx="365760" cy="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7635240" y="5559552"/>
            <a:ext cx="1600200" cy="402336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병원 보기 · 예약 안내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· 길찾기 · 전화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30768" y="5961888"/>
            <a:ext cx="0" cy="164592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rminator 43"/>
          <p:cNvSpPr/>
          <p:nvPr/>
        </p:nvSpPr>
        <p:spPr>
          <a:xfrm>
            <a:off x="7772400" y="6126480"/>
            <a:ext cx="1325880" cy="310896"/>
          </a:xfrm>
          <a:prstGeom prst="flowChartTerminator">
            <a:avLst/>
          </a:prstGeom>
          <a:solidFill>
            <a:srgbClr val="595959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안내 종료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MAIN_01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메인 화면 (상단)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서비스에 들어오면 처음 보는 화면. 검색창과 빠른 질문으로 AI 안내를 바로 시작한다.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첫 화면 (접속)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O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050002" y="11132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5130012" y="15019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061432" y="2221991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6593052" y="407365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증상·진료과·병원을 입력하는 검색창 (입력하면 AI 병원 안내가 열리며 답함)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빠른 질문 태그 (응급실 병상 · 지금 문 연 병원 · 주말 진료 · 이비인후과 · 감기 증상)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비대면진료 안내 배너 (기존 서비스 영역)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AI 병원 안내를 여는 음성 버튼 (모든 화면 오른쪽 아래에 고정)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MAIN_02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메인 화면 (하단)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진료과를 눌러 바로 찾거나, 지역을 골라 내 주변 병원을 볼 수 있는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첫 화면 / 아래로 이동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O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969992" y="73609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5541492" y="20734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193002" y="20734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027142" y="2336291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027142" y="312496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6593052" y="407365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진료과 바로가기 (내과·이비인후과·정형외과·피부과·소아청소년과·치과·안과·산부인과)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지역 선택 (시·구 단위)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내 위치로 — 휴대폰 위치로 가까운 병원을 다시 찾음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내 주변 병원 카드 (진료중 여부 · 오늘 진료시간 · 거리 · 전문의 수 · 평가등급)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병원 보기 / 예약하기 버튼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- 6번 : AI 병원 안내 음성 버튼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ASSIST_01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(첫 화면)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창을 연 첫 화면. 말이나 글로 질문하면 조건을 뽑아 병원을 찾아준다.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음성 버튼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SSIST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6558762" y="29032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47132" y="73609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947132" y="18448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4947132" y="38679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4947132" y="41993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5712942" y="40965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Oval 22"/>
          <p:cNvSpPr/>
          <p:nvPr/>
        </p:nvSpPr>
        <p:spPr>
          <a:xfrm>
            <a:off x="6810222" y="41993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목소리 안내 켜기/끄기 (답을 소리로 읽어줌)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첫 인사 · 사용 방법 안내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예시 질문 버튼 (누르면 그 문장으로 바로 질문)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고정 안내문 — '진단을 제공하지 않으며, 병원 선택을 돕는 정보 제공 서비스입니다'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마이크 버튼 (음성으로 질문)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- 6번 : 글자 입력칸 · 7번 : 보내기 버튼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VOICE_01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음성 입력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GDA-210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말하는 동안 알아들은 글자를 실시간으로 보여주는 화면. 말을 멈추면 자동으로 질문한다.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/ 마이크 버튼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VOIC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935702" y="39022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6615912" y="39022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455892" y="425653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4947132" y="42108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듣는 중 표시 + 알아들은 말 실시간 표시 (예: “광주 남구 이비인후과”)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그만 듣기 버튼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알아들은 말이 입력칸에도 들어가 눈으로 확인 가능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마이크 버튼 (다시 누르면 멈춤)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브라우저 내장 음성인식 사용 — 추가 서버·비용 없음. 마이크가 없거나 막혀 있으면 그 사실을 안내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이 화면은 마이크 권한 창을 피하려고 음성 인식 중 표시 상태를 켜서 찍은 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RESULT_01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병원 추천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말한 조건(지역·진료과)으로 공공데이터를 걸러 3곳을 추천하고, 추천 근거를 함께 보여주는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/ 질문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SULT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6044412" y="6789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47132" y="10218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947132" y="131902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4992852" y="155905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4992852" y="235915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4992852" y="277063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사용자가 말한 질문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찾은 결과 요약 (예: 광주남구 이비인후과 3곳)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거리를 잰 기준 위치 안내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추천 근거 — 진료중 여부 · 오늘 진료시간 · 거리 · 진료과 · 전문의 수 · 평가등급 · 주소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병원 보기 / 예약하기 버튼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- 6번 : 길찾기 (내 위치 쓰기 · 대중교통 · 자동차 · 도보 · 카카오맵)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DETAIL_01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병원 상세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GDA-310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고른 병원의 공공데이터 상세 정보를 보여주는 화면. 없는 정보는 '미확인'으로 표시한다.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추천 결과 / 병원 보기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DETAIL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981422" y="69037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81422" y="21419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278602" y="311353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278602" y="34450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선택한 병원 카드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상세 정보 (심평원 등록 진료과 · 오늘 진료시간 · 거리 · 전문의 수 · 주차 · 주소 · 전화)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공공데이터에 없는 값은 지어내지 않고 '미확인'으로 표시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병원 전화번호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BOOK_01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예약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GDA-400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예약에 필요한 정보와 전화 연결을 안내하는 화면. 이 화면에서 예약이 접수되지는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추천 결과 / 예약하기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OOK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450052" y="9075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81422" y="12275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004282" y="24848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964402" y="24848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004282" y="281635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4981422" y="33307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예약하려는 병원 (사용자가 누른 버튼)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예약 안내 카드 (병원 · 진료과 · 진료시간 · 주차 · 주소 · 전화)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전화하기 (휴대폰에서 바로 전화 연결)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병원 예약 페이지로 이동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전화할 때 읽을 문장 예시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- 6번 : '이 화면에서 예약이 접수되지는 않습니다' 안내 (오해 방지)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SYMPTOM_01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증상 되묻기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증상만 말하면 병명을 추정하지 않고, 어느 진료과로 갈지 정하기 위해 한 번 더 묻는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/ 증상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YMPTO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930112" y="27592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47132" y="309067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947132" y="338785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사용자가 말한 증상 (예: 코가 막히고 목이 아파요)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되묻기 — '목이 어떻게 불편하세요?'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선택지 (삼킬 때 아파요 → 이비인후과 / 목을 돌릴 때 아파요 → 정형외과 쪽)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병명·진단 표현은 만들지 않음 (자동 시험으로 매번 검사)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SYMPTOM_02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진료과 안내 · 지역 묻기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고른 답을 진료과로 바꿔 안내하고, 병원을 찾을 지역을 묻는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증상 되묻기 / 선택지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YMPTOM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6375882" y="24848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47132" y="280492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947132" y="311353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선택 결과가 진료과로 변환됨 (이비인후과)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'이비인후과 진료를 찾을게요. 어느 지역인가요?'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지역 선택 버튼 (말로 지역을 답해도 됨)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'북구'처럼 여러 도시에 있는 지역명은 임의로 고르지 않고 되물음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ER_01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응급실 실시간 병상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국립중앙의료원 응급의료정보를 조회하는 순간 받아와 남은 응급실 병상을 보여주는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/ '○○ 응급실'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ER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6250152" y="6789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69992" y="130759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707352" y="186766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004282" y="209626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004282" y="2336291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5004282" y="27134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Oval 22"/>
          <p:cNvSpPr/>
          <p:nvPr/>
        </p:nvSpPr>
        <p:spPr>
          <a:xfrm>
            <a:off x="5004282" y="303352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사용자 질문 (예: 광주 남구 응급실)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먼저 읽어주세요 — 병상 수는 몇 분 전 정보이며, 위급하면 먼저 119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정보 갱신 시각 (예: 2분 전)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남은 응급실 병상 수 (전체 중)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입원실 · 수술실 · 보유 장비 (CT · MRI · 인공호흡기)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- 6번 : 응급실 전화 / 119 전화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- 7번 : 길찾기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서버판에서 동작. 서버가 없는 공개 시연판은 '서버가 있는 화면에서 조회된다'고 안내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PHARM_01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지금 문 연 약국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지금 운영 중인 약국을 가까운 순으로 보여주는 화면. 운영시간을 모르는 약국은 따로 알린다.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/ '○○ 약국'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AR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964402" y="6789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47132" y="10218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969992" y="13647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004282" y="17305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004282" y="23020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5004282" y="26106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사용자 질문 (예: 광주 남구 지금 문 연 약국)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결과 요약 (가까운 5곳)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운영시간이 공개되지 않은 약국 수 안내 — 전화로 확인 권장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약국 카드 (오늘 운영시간 · 거리 · 주소)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전화하기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- 6번 : 길찾기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심평원 약국정보 + 국립중앙의료원 응급의료정보를 합친 자료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LOGIN_01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로그인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GDA-800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예약 문의 내역을 저장하고 다시 보기 위해 로그인하는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상단 메뉴 / 로그인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IN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027142" y="166192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5027142" y="243916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027142" y="289636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027142" y="336499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027142" y="369646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로그인 / 회원가입 전환 탭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이메일 입력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비밀번호 입력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로그인 버튼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개인정보 안내 (비밀번호는 되돌릴 수 없게 암호화해 저장)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개선 필요 : 로그인 탭에서도 '이름' 칸이 보임 / 휴대폰 화면에서 상단 로그인 메뉴가 숨겨짐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JOIN_01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회원가입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GDA-800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이메일과 비밀번호만으로 가입하는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로그인 / 회원가입 탭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JOIN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027142" y="15704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5027142" y="19248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027142" y="23820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027142" y="28392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027142" y="34450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로그인 / 회원가입 전환 탭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이름 (선택)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이메일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비밀번호 (8자 이상, 영문·숫자·기호 중 두 가지 이상)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가입하고 시작하기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